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keywords/>
  <dcterms:created xsi:type="dcterms:W3CDTF">2026-05-18T07:43:27Z</dcterms:created>
  <dcterms:modified xsi:type="dcterms:W3CDTF">2026-05-18T07:43:27Z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engines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